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Ubuntu"/>
      <p:regular r:id="rId19"/>
      <p:bold r:id="rId20"/>
      <p:italic r:id="rId21"/>
      <p:boldItalic r:id="rId22"/>
    </p:embeddedFon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bold.fntdata"/><Relationship Id="rId22" Type="http://schemas.openxmlformats.org/officeDocument/2006/relationships/font" Target="fonts/Ubuntu-boldItalic.fntdata"/><Relationship Id="rId21" Type="http://schemas.openxmlformats.org/officeDocument/2006/relationships/font" Target="fonts/Ubuntu-italic.fntdata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buntu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cf002771a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9cf002771a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cb4b117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cb4b117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ce8e9895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ce8e989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cf002771a_3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cf002771a_3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ce8e989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ce8e989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ce8e9895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ce8e9895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ce8e9895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ce8e9895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cf002771a_3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cf002771a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cf002771a_3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cf002771a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cf002771a_3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cf002771a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f002771a_3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cf002771a_3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cf002771a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cf002771a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cf002771a_1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cf002771a_1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jp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 amt="17000"/>
          </a:blip>
          <a:stretch>
            <a:fillRect/>
          </a:stretch>
        </p:blipFill>
        <p:spPr>
          <a:xfrm>
            <a:off x="0" y="11906"/>
            <a:ext cx="9144000" cy="51196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800"/>
              <a:buFont typeface="Ubuntu"/>
              <a:buNone/>
              <a:defRPr sz="2800">
                <a:solidFill>
                  <a:srgbClr val="F1C51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buntu"/>
              <a:buChar char="●"/>
              <a:defRPr sz="1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●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●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725" y="11900"/>
            <a:ext cx="619275" cy="6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3">
            <a:alphaModFix/>
          </a:blip>
          <a:srcRect b="45127" l="9063" r="10660" t="39932"/>
          <a:stretch/>
        </p:blipFill>
        <p:spPr>
          <a:xfrm>
            <a:off x="56025" y="4795750"/>
            <a:ext cx="1587500" cy="295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https://discord.gg/hAGRkgEBZQ" TargetMode="External"/><Relationship Id="rId5" Type="http://schemas.openxmlformats.org/officeDocument/2006/relationships/image" Target="../media/image7.png"/><Relationship Id="rId6" Type="http://schemas.openxmlformats.org/officeDocument/2006/relationships/hyperlink" Target="https://github.com/IEEE-UCF/EmbeddedWorkshopsKnightHacksVII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rduino.cc/en/software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ilabs.com/software-and-tools/usb-to-uart-bridge-vcp-drivers?tab=downloads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hyperlink" Target="https://forms.gle/FzTFwQLGtwo19QuL6" TargetMode="External"/><Relationship Id="rId5" Type="http://schemas.openxmlformats.org/officeDocument/2006/relationships/hyperlink" Target="https://discord.gg/hAGRkgEBZQ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412333" y="-5623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1C515"/>
                </a:solidFill>
              </a:rPr>
              <a:t>IEEE x Knight Hacks Embedded Workshop!</a:t>
            </a:r>
            <a:endParaRPr sz="5000"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100625" y="1490250"/>
            <a:ext cx="914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873"/>
              <a:t>Arduino IDE and Driver Installation Guide</a:t>
            </a:r>
            <a:endParaRPr sz="2073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00" y="2282849"/>
            <a:ext cx="2157249" cy="21261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https://discord.gg/hAGRkgEBZQ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145325" y="4528665"/>
            <a:ext cx="16914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IEEE Discord Link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" name="Google Shape;62;p13" title="Github Link QR 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2000" y="2282850"/>
            <a:ext cx="2091550" cy="20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5474625" y="4444225"/>
            <a:ext cx="11463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Github Link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Install and Configure the Arduino IDE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4061850"/>
            <a:ext cx="8520600" cy="6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Select your OS and click “DOWNLOAD”</a:t>
            </a:r>
            <a:endParaRPr sz="118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Link: </a:t>
            </a:r>
            <a:r>
              <a:rPr lang="en" sz="1185" u="sng">
                <a:solidFill>
                  <a:schemeClr val="hlink"/>
                </a:solidFill>
                <a:hlinkClick r:id="rId3"/>
              </a:rPr>
              <a:t>https://www.arduino.cc/en/software/</a:t>
            </a:r>
            <a:endParaRPr sz="118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185"/>
          </a:p>
        </p:txBody>
      </p:sp>
      <p:pic>
        <p:nvPicPr>
          <p:cNvPr id="70" name="Google Shape;70;p14" title="Download Arduino I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1350" y="1080150"/>
            <a:ext cx="6081305" cy="29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574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Install and Configure the Arduino IDE continued...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399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Next, run the installer!</a:t>
            </a:r>
            <a:endParaRPr/>
          </a:p>
        </p:txBody>
      </p:sp>
      <p:pic>
        <p:nvPicPr>
          <p:cNvPr id="77" name="Google Shape;77;p15" title="Run the Install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63" y="1676400"/>
            <a:ext cx="791527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slide: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to File, Then Preferences, then in Additional Board Manager URL's, Paste this: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https://espressif.github.io/arduino-esp32/package_esp32_index.json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Arduino IDE continued...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274650" y="420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the IDE &gt; Select the “Boards” tab &gt; search “ESP32” &gt; Install the “esp32” pack by Espressif Systems</a:t>
            </a:r>
            <a:endParaRPr/>
          </a:p>
        </p:txBody>
      </p:sp>
      <p:pic>
        <p:nvPicPr>
          <p:cNvPr id="90" name="Google Shape;90;p17" title="Install the ESP32 Boards P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788" y="1093925"/>
            <a:ext cx="4856428" cy="30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Drivers...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274650" y="4202550"/>
            <a:ext cx="85206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Download the appropriate driver based on your OS</a:t>
            </a:r>
            <a:br>
              <a:rPr lang="en"/>
            </a:br>
            <a:r>
              <a:rPr lang="en"/>
              <a:t>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https://www.silabs.com/software-and-tools/usb-to-uart-bridge-vcp-drivers?tab=downloads</a:t>
            </a:r>
            <a:endParaRPr/>
          </a:p>
        </p:txBody>
      </p:sp>
      <p:pic>
        <p:nvPicPr>
          <p:cNvPr id="97" name="Google Shape;97;p18" title="VCP Driver Instal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6575" y="1007750"/>
            <a:ext cx="3936750" cy="312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Drivers continued...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4197275"/>
            <a:ext cx="85206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Extract the folder &gt; Run the “silabser” .inf/setup information file installer (right-click and select “install”)</a:t>
            </a:r>
            <a:endParaRPr/>
          </a:p>
        </p:txBody>
      </p:sp>
      <p:pic>
        <p:nvPicPr>
          <p:cNvPr id="104" name="Google Shape;104;p19" title="Install VCP Dri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713" y="1134375"/>
            <a:ext cx="4534577" cy="2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IDE with Libraries...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40838" y="2921000"/>
            <a:ext cx="25992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Once you load the IDE, go to tools and go to manage libraries.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50" y="1778000"/>
            <a:ext cx="26574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600" y="1186625"/>
            <a:ext cx="2371650" cy="18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5757825" y="3338350"/>
            <a:ext cx="252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You will see a library manager pop up, in the search bar, type in “Adafruit GC9A01A”</a:t>
            </a:r>
            <a:endParaRPr sz="18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Arduino IDE continued...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760350" y="3592375"/>
            <a:ext cx="7623300" cy="11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will ask you to install 2 additional libraries, press </a:t>
            </a:r>
            <a:r>
              <a:rPr b="1" lang="en"/>
              <a:t>INSTALL ALL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Display in Session 2 will not work without it. :(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038" y="1219200"/>
            <a:ext cx="54959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Arduino IDE continued...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38700" y="4125775"/>
            <a:ext cx="846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 back to tools, then go the the board section, then hover over ESP32, then select “ESP32 Dev Module”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696" y="1241225"/>
            <a:ext cx="5328601" cy="26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to Install and Configure the Arduino IDE continued...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4094475"/>
            <a:ext cx="85206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Then, once you have selected the correct board, you will see you finally have the option to select a Port. Select the COM3 Port.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600" y="1170125"/>
            <a:ext cx="4840811" cy="27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74550" y="2063100"/>
            <a:ext cx="85206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520"/>
              <a:t>And then you’re done! :)</a:t>
            </a:r>
            <a:endParaRPr sz="55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 Codes!!!!!</a:t>
            </a:r>
            <a:endParaRPr/>
          </a:p>
        </p:txBody>
      </p:sp>
      <p:pic>
        <p:nvPicPr>
          <p:cNvPr id="145" name="Google Shape;145;p25" title="qrcode_form_knighthac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525" y="1333774"/>
            <a:ext cx="2157251" cy="212617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1340450" y="3542715"/>
            <a:ext cx="16914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Feedback Link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6112150" y="3542715"/>
            <a:ext cx="16914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IEEE Discord Link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9225" y="1333774"/>
            <a:ext cx="2157249" cy="212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Kh2025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1333768"/>
            <a:ext cx="940191" cy="96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 title="IEEEUCF_Logo1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72900" y="2296051"/>
            <a:ext cx="1099100" cy="109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25"/>
          <p:cNvCxnSpPr/>
          <p:nvPr/>
        </p:nvCxnSpPr>
        <p:spPr>
          <a:xfrm>
            <a:off x="3988684" y="1927278"/>
            <a:ext cx="1002900" cy="1002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EEE UCF Theme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